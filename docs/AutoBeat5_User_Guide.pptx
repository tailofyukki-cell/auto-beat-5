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dca31fc12c483b" /><Relationship Type="http://schemas.openxmlformats.org/officeDocument/2006/relationships/extended-properties" Target="/docProps/app.xml" Id="Rc80aa48a38744151" /><Relationship Type="http://schemas.openxmlformats.org/officeDocument/2006/relationships/officeDocument" Target="/ppt/presentation.xml" Id="R1f13cde2821046d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04b3a87dd04aff"/>
  </p:sldMasterIdLst>
  <p:notesMasterIdLst>
    <p:notesMasterId xmlns:r="http://schemas.openxmlformats.org/officeDocument/2006/relationships" r:id="R0f08a7bf6e244b46"/>
  </p:notesMasterIdLst>
  <p:sldIdLst>
    <p:sldId xmlns:r="http://schemas.openxmlformats.org/officeDocument/2006/relationships" id="256" r:id="R68b60bdf1b494633"/>
    <p:sldId xmlns:r="http://schemas.openxmlformats.org/officeDocument/2006/relationships" id="257" r:id="R3a9ff90183fa4a3d"/>
    <p:sldId xmlns:r="http://schemas.openxmlformats.org/officeDocument/2006/relationships" id="258" r:id="R39dbd90bab794877"/>
    <p:sldId xmlns:r="http://schemas.openxmlformats.org/officeDocument/2006/relationships" id="259" r:id="R0b0289e1b72f4274"/>
    <p:sldId xmlns:r="http://schemas.openxmlformats.org/officeDocument/2006/relationships" id="260" r:id="R96a1c499c79c44e2"/>
    <p:sldId xmlns:r="http://schemas.openxmlformats.org/officeDocument/2006/relationships" id="261" r:id="R9efa7bfca10b4cc9"/>
    <p:sldId xmlns:r="http://schemas.openxmlformats.org/officeDocument/2006/relationships" id="262" r:id="R97aba601ca5645d2"/>
    <p:sldId xmlns:r="http://schemas.openxmlformats.org/officeDocument/2006/relationships" id="263" r:id="R62ae4bb7b3f14e23"/>
    <p:sldId xmlns:r="http://schemas.openxmlformats.org/officeDocument/2006/relationships" id="264" r:id="Rae4429e1c2b64457"/>
    <p:sldId xmlns:r="http://schemas.openxmlformats.org/officeDocument/2006/relationships" id="265" r:id="Rcce0ab0d215f48d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e9f6082ba704e60" /><Relationship Type="http://schemas.openxmlformats.org/officeDocument/2006/relationships/slideMaster" Target="/ppt/slideMasters/slideMaster1.xml" Id="Rf904b3a87dd04aff" /><Relationship Type="http://schemas.openxmlformats.org/officeDocument/2006/relationships/notesMaster" Target="/ppt/notesMasters/notesMaster1.xml" Id="R0f08a7bf6e244b46" /><Relationship Type="http://schemas.openxmlformats.org/officeDocument/2006/relationships/presProps" Target="/ppt/presProps.xml" Id="Re886f117bf594277" /><Relationship Type="http://schemas.openxmlformats.org/officeDocument/2006/relationships/tableStyles" Target="/ppt/tableStyles.xml" Id="R9d72c31d30de4b0a" /><Relationship Type="http://schemas.openxmlformats.org/officeDocument/2006/relationships/slide" Target="/ppt/slides/slide1.xml" Id="R68b60bdf1b494633" /><Relationship Type="http://schemas.openxmlformats.org/officeDocument/2006/relationships/slide" Target="/ppt/slides/slide2.xml" Id="R3a9ff90183fa4a3d" /><Relationship Type="http://schemas.openxmlformats.org/officeDocument/2006/relationships/slide" Target="/ppt/slides/slide3.xml" Id="R39dbd90bab794877" /><Relationship Type="http://schemas.openxmlformats.org/officeDocument/2006/relationships/slide" Target="/ppt/slides/slide4.xml" Id="R0b0289e1b72f4274" /><Relationship Type="http://schemas.openxmlformats.org/officeDocument/2006/relationships/slide" Target="/ppt/slides/slide5.xml" Id="R96a1c499c79c44e2" /><Relationship Type="http://schemas.openxmlformats.org/officeDocument/2006/relationships/slide" Target="/ppt/slides/slide6.xml" Id="R9efa7bfca10b4cc9" /><Relationship Type="http://schemas.openxmlformats.org/officeDocument/2006/relationships/slide" Target="/ppt/slides/slide7.xml" Id="R97aba601ca5645d2" /><Relationship Type="http://schemas.openxmlformats.org/officeDocument/2006/relationships/slide" Target="/ppt/slides/slide8.xml" Id="R62ae4bb7b3f14e23" /><Relationship Type="http://schemas.openxmlformats.org/officeDocument/2006/relationships/slide" Target="/ppt/slides/slide9.xml" Id="Rae4429e1c2b64457" /><Relationship Type="http://schemas.openxmlformats.org/officeDocument/2006/relationships/slide" Target="/ppt/slides/slide10.xml" Id="Rcce0ab0d215f48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e96b80a58194a3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c3da3aad1174632" /><Relationship Type="http://schemas.openxmlformats.org/officeDocument/2006/relationships/notesMaster" Target="/ppt/notesMasters/notesMaster1.xml" Id="R33406d4ba58543b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2da9022bee9411f" /><Relationship Type="http://schemas.openxmlformats.org/officeDocument/2006/relationships/notesMaster" Target="/ppt/notesMasters/notesMaster1.xml" Id="Re1fc7ba04c77433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2e5368cab5f41ee" /><Relationship Type="http://schemas.openxmlformats.org/officeDocument/2006/relationships/notesMaster" Target="/ppt/notesMasters/notesMaster1.xml" Id="Rb64395a727cd494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294c451bd29405b" /><Relationship Type="http://schemas.openxmlformats.org/officeDocument/2006/relationships/notesMaster" Target="/ppt/notesMasters/notesMaster1.xml" Id="R7bd4361bf43b46c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5fb36a956f54f0e" /><Relationship Type="http://schemas.openxmlformats.org/officeDocument/2006/relationships/notesMaster" Target="/ppt/notesMasters/notesMaster1.xml" Id="R667bae5b048a416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84b785fa791436c" /><Relationship Type="http://schemas.openxmlformats.org/officeDocument/2006/relationships/notesMaster" Target="/ppt/notesMasters/notesMaster1.xml" Id="R73e822027a17431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236f9b42a29489f" /><Relationship Type="http://schemas.openxmlformats.org/officeDocument/2006/relationships/notesMaster" Target="/ppt/notesMasters/notesMaster1.xml" Id="R5b74674193f241b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256bfbcd6784f36" /><Relationship Type="http://schemas.openxmlformats.org/officeDocument/2006/relationships/notesMaster" Target="/ppt/notesMasters/notesMaster1.xml" Id="R30b24c28f1424f7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0c0311d81574157" /><Relationship Type="http://schemas.openxmlformats.org/officeDocument/2006/relationships/notesMaster" Target="/ppt/notesMasters/notesMaster1.xml" Id="Rf4ba41a4f8f248b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4c45f70c1c34f32" /><Relationship Type="http://schemas.openxmlformats.org/officeDocument/2006/relationships/notesMaster" Target="/ppt/notesMasters/notesMaster1.xml" Id="R5f09de46e3274a7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4061383ad449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e483ee409c4306" /><Relationship Type="http://schemas.openxmlformats.org/officeDocument/2006/relationships/slideLayout" Target="/ppt/slideLayouts/slideLayout1.xml" Id="Ra603bf01bf99494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03bf01bf99494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8f55ad44f445c2" /><Relationship Type="http://schemas.openxmlformats.org/officeDocument/2006/relationships/image" Target="/ppt/media/image.png" Id="R064b075011244e6b" /><Relationship Type="http://schemas.openxmlformats.org/officeDocument/2006/relationships/notesSlide" Target="/ppt/notesSlides/notesSlide1.xml" Id="R89b3faa0236d48f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07a37aae964385" /><Relationship Type="http://schemas.openxmlformats.org/officeDocument/2006/relationships/image" Target="/ppt/media/image2.png" Id="R555bd830742b4258" /><Relationship Type="http://schemas.openxmlformats.org/officeDocument/2006/relationships/notesSlide" Target="/ppt/notesSlides/notesSlide2.xml" Id="R9100036dcee74ed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d871da00d14838" /><Relationship Type="http://schemas.openxmlformats.org/officeDocument/2006/relationships/image" Target="/ppt/media/image3.png" Id="Rb1c07361bb5e49ad" /><Relationship Type="http://schemas.openxmlformats.org/officeDocument/2006/relationships/notesSlide" Target="/ppt/notesSlides/notesSlide3.xml" Id="R572e367ed03845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8d8a8b01e94fae" /><Relationship Type="http://schemas.openxmlformats.org/officeDocument/2006/relationships/image" Target="/ppt/media/image4.png" Id="Ra075c829d0fa4bae" /><Relationship Type="http://schemas.openxmlformats.org/officeDocument/2006/relationships/notesSlide" Target="/ppt/notesSlides/notesSlide4.xml" Id="Rf3cc655cae5c42f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3ac6c8010348b5" /><Relationship Type="http://schemas.openxmlformats.org/officeDocument/2006/relationships/image" Target="/ppt/media/image5.png" Id="Rb9b74faa68dc49e3" /><Relationship Type="http://schemas.openxmlformats.org/officeDocument/2006/relationships/notesSlide" Target="/ppt/notesSlides/notesSlide5.xml" Id="R1a8091b6202d41d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c20bb82e7d4202" /><Relationship Type="http://schemas.openxmlformats.org/officeDocument/2006/relationships/image" Target="/ppt/media/image6.png" Id="Rb50d9465898a4c27" /><Relationship Type="http://schemas.openxmlformats.org/officeDocument/2006/relationships/notesSlide" Target="/ppt/notesSlides/notesSlide6.xml" Id="Raabaaa312643496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b9d8d3e2a140e5" /><Relationship Type="http://schemas.openxmlformats.org/officeDocument/2006/relationships/image" Target="/ppt/media/image7.png" Id="Rcea79431f8b1428f" /><Relationship Type="http://schemas.openxmlformats.org/officeDocument/2006/relationships/notesSlide" Target="/ppt/notesSlides/notesSlide7.xml" Id="R93ca057a775e483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00261868e44a73" /><Relationship Type="http://schemas.openxmlformats.org/officeDocument/2006/relationships/image" Target="/ppt/media/image8.png" Id="R4b7c3e12b39d4114" /><Relationship Type="http://schemas.openxmlformats.org/officeDocument/2006/relationships/notesSlide" Target="/ppt/notesSlides/notesSlide8.xml" Id="R21a0bfcacb38470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49575d42014cb4" /><Relationship Type="http://schemas.openxmlformats.org/officeDocument/2006/relationships/image" Target="/ppt/media/image9.png" Id="Ra58f4c9132574367" /><Relationship Type="http://schemas.openxmlformats.org/officeDocument/2006/relationships/notesSlide" Target="/ppt/notesSlides/notesSlide9.xml" Id="R31c82222c34241f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b0c2c212e74e38" /><Relationship Type="http://schemas.openxmlformats.org/officeDocument/2006/relationships/image" Target="/ppt/media/image10.png" Id="R69aaf1c26b0640fe" /><Relationship Type="http://schemas.openxmlformats.org/officeDocument/2006/relationships/notesSlide" Target="/ppt/notesSlides/notesSlide10.xml" Id="Re1c28dadf9114fc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0D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E56A03-A63E-4B74-8BE2-53EC6B91B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D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349E16-6435-41CE-833E-F362E8044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38376F-DA2C-4DC3-A8C0-3F41A7ED3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050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3F8FF"/>
                </a:solidFill>
              </a:defRPr>
            </a:pPr>
            <a:r>
              <a:rPr sz="2625" b="1">
                <a:solidFill>
                  <a:srgbClr val="F3F8FF"/>
                </a:solidFill>
              </a:rPr>
              <a:t>AutoBeat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1A1685-5291-4F9A-AC0E-CEAAF85EC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717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2D9FF"/>
                </a:solidFill>
              </a:defRPr>
            </a:pPr>
            <a:r>
              <a:rPr sz="1275" b="0">
                <a:solidFill>
                  <a:srgbClr val="62D9FF"/>
                </a:solidFill>
              </a:rPr>
              <a:t>はじめに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305AA5-6053-4B36-B956-ADC0529CD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72A0C9-9EE6-4AB9-BE41-9BEB8C12C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F8AA3"/>
                </a:solidFill>
              </a:defRPr>
            </a:pPr>
            <a:r>
              <a:rPr sz="975" b="0">
                <a:solidFill>
                  <a:srgbClr val="7F8AA3"/>
                </a:solidFill>
              </a:rPr>
              <a:t>AutoBeat 5 操作説明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24B609-D6DF-44DF-92AF-E9A26179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95400"/>
            <a:ext cx="495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</a:defRPr>
            </a:pPr>
            <a:r>
              <a:rPr sz="3750" b="1">
                <a:solidFill>
                  <a:srgbClr val="FFFFFF"/>
                </a:solidFill>
              </a:rPr>
              <a:t>自分の曲で遊べる5レーン音楽ゲーム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B60532-6E36-4F11-87F1-766A8626E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95600"/>
            <a:ext cx="46291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8C7E6"/>
                </a:solidFill>
              </a:defRPr>
            </a:pPr>
            <a:r>
              <a:rPr sz="1800" b="0">
                <a:solidFill>
                  <a:srgbClr val="B8C7E6"/>
                </a:solidFill>
              </a:rPr>
              <a:t>このスライドは、起動からプレイ、設定、ご褒美画像の見方までを短く確認するための操作説明です。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4b075011244e6b"/>
          <a:stretch xmlns:a="http://schemas.openxmlformats.org/drawingml/2006/main"/>
        </p:blipFill>
        <p:spPr>
          <a:xfrm xmlns:a="http://schemas.openxmlformats.org/drawingml/2006/main">
            <a:off x="5981700" y="1624013"/>
            <a:ext cx="5334000" cy="3000375"/>
          </a:xfrm>
          <a:prstGeom xmlns:a="http://schemas.openxmlformats.org/drawingml/2006/main" prst="roundRect">
            <a:avLst>
              <a:gd name="adj" fmla="val 2381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7FE59C-5D30-4036-8045-4B2A079FC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9110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2D9FF"/>
                </a:solidFill>
              </a:defRPr>
            </a:pPr>
            <a:r>
              <a:rPr sz="1575" b="0">
                <a:solidFill>
                  <a:srgbClr val="62D9FF"/>
                </a:solidFill>
              </a:rPr>
              <a:t>同梱デモ曲で始めて、慣れたら自分の音源を追加します。</a:t>
            </a:r>
          </a:p>
        </p:txBody>
      </p:sp>
    </p:spTree>
    <p:extLst>
      <p:ext uri="{BB962C8B-B14F-4D97-AF65-F5344CB8AC3E}">
        <p14:creationId xmlns:p14="http://schemas.microsoft.com/office/powerpoint/2010/main" val="8738294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0D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6543BE-B2F2-4505-9991-CC51E17A7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D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0BE9FA-6070-48AE-B916-969B5AE1C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E3DD9F-ACDC-42A3-A516-6777C273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050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3F8FF"/>
                </a:solidFill>
              </a:defRPr>
            </a:pPr>
            <a:r>
              <a:rPr sz="2625" b="1">
                <a:solidFill>
                  <a:srgbClr val="F3F8FF"/>
                </a:solidFill>
              </a:rPr>
              <a:t>まずタイトル画面から始めます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C3C902-FAA4-4A3B-B6B1-493C2A6FF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717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2D9FF"/>
                </a:solidFill>
              </a:defRPr>
            </a:pPr>
            <a:r>
              <a:rPr sz="1275" b="0">
                <a:solidFill>
                  <a:srgbClr val="62D9FF"/>
                </a:solidFill>
              </a:rPr>
              <a:t>タイトル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B7E071-C7F0-41A6-8362-CCB1A1DB6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6C65CB-6560-451C-AD83-B5B84D07D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F8AA3"/>
                </a:solidFill>
              </a:defRPr>
            </a:pPr>
            <a:r>
              <a:rPr sz="975" b="0">
                <a:solidFill>
                  <a:srgbClr val="7F8AA3"/>
                </a:solidFill>
              </a:rPr>
              <a:t>AutoBeat 5 操作説明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070830-D959-4D24-A5F6-47BE2D72F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4495800" cy="4800600"/>
          </a:xfrm>
          <a:prstGeom xmlns:a="http://schemas.openxmlformats.org/drawingml/2006/main" prst="roundRect">
            <a:avLst>
              <a:gd name="adj" fmla="val 2542"/>
            </a:avLst>
          </a:prstGeom>
          <a:solidFill xmlns:a="http://schemas.openxmlformats.org/drawingml/2006/main">
            <a:srgbClr val="0F1728"/>
          </a:solidFill>
          <a:ln xmlns:a="http://schemas.openxmlformats.org/drawingml/2006/main" w="9525">
            <a:solidFill>
              <a:srgbClr val="2B395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897B04-4A4D-4F32-A195-D2397E9A5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D9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43EC4A-BD1A-4ADA-A5B9-623D295BF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BE8FF"/>
                </a:solidFill>
              </a:defRPr>
            </a:pPr>
            <a:r>
              <a:rPr sz="1575" b="0">
                <a:solidFill>
                  <a:srgbClr val="DBE8FF"/>
                </a:solidFill>
              </a:rPr>
              <a:t>• ENTER または SPACE で通常プレイを開始します。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DFC800-90D5-4DC7-8E3D-8D268C1F1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BE8FF"/>
                </a:solidFill>
              </a:defRPr>
            </a:pPr>
            <a:r>
              <a:rPr sz="1575" b="0">
                <a:solidFill>
                  <a:srgbClr val="DBE8FF"/>
                </a:solidFill>
              </a:rPr>
              <a:t>• TUTORIALで基本操作を練習できます。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0AAD5D-FBA7-4F23-B4B7-82705F2C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BE8FF"/>
                </a:solidFill>
              </a:defRPr>
            </a:pPr>
            <a:r>
              <a:rPr sz="1575" b="0">
                <a:solidFill>
                  <a:srgbClr val="DBE8FF"/>
                </a:solidFill>
              </a:rPr>
              <a:t>• GALLERYでは解放済みの画像を見返せます。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2EE49C-8D4E-4664-B597-994739F49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BE8FF"/>
                </a:solidFill>
              </a:defRPr>
            </a:pPr>
            <a:r>
              <a:rPr sz="1575" b="0">
                <a:solidFill>
                  <a:srgbClr val="DBE8FF"/>
                </a:solidFill>
              </a:rPr>
              <a:t>• SETTINGSで音量、速度、判定、マスコットを調整します。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5bd830742b4258"/>
          <a:stretch xmlns:a="http://schemas.openxmlformats.org/drawingml/2006/main"/>
        </p:blipFill>
        <p:spPr>
          <a:xfrm xmlns:a="http://schemas.openxmlformats.org/drawingml/2006/main">
            <a:off x="5314950" y="1672233"/>
            <a:ext cx="6381750" cy="3589734"/>
          </a:xfrm>
          <a:prstGeom xmlns:a="http://schemas.openxmlformats.org/drawingml/2006/main" prst="roundRect">
            <a:avLst>
              <a:gd name="adj" fmla="val 1984"/>
            </a:avLst>
          </a:prstGeom>
        </p:spPr>
      </p:pic>
    </p:spTree>
    <p:extLst>
      <p:ext uri="{BB962C8B-B14F-4D97-AF65-F5344CB8AC3E}">
        <p14:creationId xmlns:p14="http://schemas.microsoft.com/office/powerpoint/2010/main" val="1140230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0D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05AE61-A793-4F62-BDE6-C182E832B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D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2DC9E6-7506-4E23-A064-A2199F7D9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673BFB-FD66-4377-93F9-20DC614C1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050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3F8FF"/>
                </a:solidFill>
              </a:defRPr>
            </a:pPr>
            <a:r>
              <a:rPr sz="2625" b="1">
                <a:solidFill>
                  <a:srgbClr val="F3F8FF"/>
                </a:solidFill>
              </a:rPr>
              <a:t>曲を選んで譜面へ進みます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EC7562-C0DA-420E-88B0-1A3122789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717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2D9FF"/>
                </a:solidFill>
              </a:defRPr>
            </a:pPr>
            <a:r>
              <a:rPr sz="1275" b="0">
                <a:solidFill>
                  <a:srgbClr val="62D9FF"/>
                </a:solidFill>
              </a:rPr>
              <a:t>曲選択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261ADB-B4FC-4332-84AE-03BD3EF3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D14B25-15BB-4D46-901A-DE39EF6C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F8AA3"/>
                </a:solidFill>
              </a:defRPr>
            </a:pPr>
            <a:r>
              <a:rPr sz="975" b="0">
                <a:solidFill>
                  <a:srgbClr val="7F8AA3"/>
                </a:solidFill>
              </a:rPr>
              <a:t>AutoBeat 5 操作説明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79F8F6-FA5E-4229-9027-CDEC5CCB9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4495800" cy="4800600"/>
          </a:xfrm>
          <a:prstGeom xmlns:a="http://schemas.openxmlformats.org/drawingml/2006/main" prst="roundRect">
            <a:avLst>
              <a:gd name="adj" fmla="val 2542"/>
            </a:avLst>
          </a:prstGeom>
          <a:solidFill xmlns:a="http://schemas.openxmlformats.org/drawingml/2006/main">
            <a:srgbClr val="0F1728"/>
          </a:solidFill>
          <a:ln xmlns:a="http://schemas.openxmlformats.org/drawingml/2006/main" w="9525">
            <a:solidFill>
              <a:srgbClr val="2B395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D4EB33-332F-4525-A934-B31DB662A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9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17024B-8BAE-43C6-8A51-0AA0B704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BE8FF"/>
                </a:solidFill>
              </a:defRPr>
            </a:pPr>
            <a:r>
              <a:rPr sz="1575" b="0">
                <a:solidFill>
                  <a:srgbClr val="DBE8FF"/>
                </a:solidFill>
              </a:rPr>
              <a:t>• 上下キーで曲を選び、ENTER または SPACE で決定します。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83226B-813C-406E-997E-F5062EF01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BE8FF"/>
                </a:solidFill>
              </a:defRPr>
            </a:pPr>
            <a:r>
              <a:rPr sz="1575" b="0">
                <a:solidFill>
                  <a:srgbClr val="DBE8FF"/>
                </a:solidFill>
              </a:rPr>
              <a:t>• 同梱デモ曲と最近遊んだ曲は同じ一覧に表示されます。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1F0581-94F3-465E-94BF-B3178BB6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BE8FF"/>
                </a:solidFill>
              </a:defRPr>
            </a:pPr>
            <a:r>
              <a:rPr sz="1575" b="0">
                <a:solidFill>
                  <a:srgbClr val="DBE8FF"/>
                </a:solidFill>
              </a:rPr>
              <a:t>• Iキーから手元の音源ファイルを読み込めます。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E419D1-9176-49BF-B04D-2E024C2BA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BE8FF"/>
                </a:solidFill>
              </a:defRPr>
            </a:pPr>
            <a:r>
              <a:rPr sz="1575" b="0">
                <a:solidFill>
                  <a:srgbClr val="DBE8FF"/>
                </a:solidFill>
              </a:rPr>
              <a:t>• 練習モードでは範囲ループの準備へ進みます。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c07361bb5e49ad"/>
          <a:stretch xmlns:a="http://schemas.openxmlformats.org/drawingml/2006/main"/>
        </p:blipFill>
        <p:spPr>
          <a:xfrm xmlns:a="http://schemas.openxmlformats.org/drawingml/2006/main">
            <a:off x="5314950" y="1672233"/>
            <a:ext cx="6381750" cy="3589734"/>
          </a:xfrm>
          <a:prstGeom xmlns:a="http://schemas.openxmlformats.org/drawingml/2006/main" prst="roundRect">
            <a:avLst>
              <a:gd name="adj" fmla="val 1984"/>
            </a:avLst>
          </a:prstGeom>
        </p:spPr>
      </p:pic>
    </p:spTree>
    <p:extLst>
      <p:ext uri="{BB962C8B-B14F-4D97-AF65-F5344CB8AC3E}">
        <p14:creationId xmlns:p14="http://schemas.microsoft.com/office/powerpoint/2010/main" val="111091734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0D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38208A-4245-47B1-AE79-702203658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D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2A3E24-73D3-498B-ACA1-1052D22A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6BCC02-FA84-4E70-BAA4-E9BBE549D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050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3F8FF"/>
                </a:solidFill>
              </a:defRPr>
            </a:pPr>
            <a:r>
              <a:rPr sz="2625" b="1">
                <a:solidFill>
                  <a:srgbClr val="F3F8FF"/>
                </a:solidFill>
              </a:rPr>
              <a:t>譜面概要で難しさを確認します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5E2433-1504-4E38-8A9A-CC1FE4853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717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2D9FF"/>
                </a:solidFill>
              </a:defRPr>
            </a:pPr>
            <a:r>
              <a:rPr sz="1275" b="0">
                <a:solidFill>
                  <a:srgbClr val="62D9FF"/>
                </a:solidFill>
              </a:rPr>
              <a:t>譜面概要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81DBFA-B03A-4FE0-A3CA-79B95267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909777-27BE-478E-A95D-D38804B8A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F8AA3"/>
                </a:solidFill>
              </a:defRPr>
            </a:pPr>
            <a:r>
              <a:rPr sz="975" b="0">
                <a:solidFill>
                  <a:srgbClr val="7F8AA3"/>
                </a:solidFill>
              </a:rPr>
              <a:t>AutoBeat 5 操作説明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33493F-036A-4B47-A07C-DAD0FB3B6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4495800" cy="4800600"/>
          </a:xfrm>
          <a:prstGeom xmlns:a="http://schemas.openxmlformats.org/drawingml/2006/main" prst="roundRect">
            <a:avLst>
              <a:gd name="adj" fmla="val 2542"/>
            </a:avLst>
          </a:prstGeom>
          <a:solidFill xmlns:a="http://schemas.openxmlformats.org/drawingml/2006/main">
            <a:srgbClr val="0F1728"/>
          </a:solidFill>
          <a:ln xmlns:a="http://schemas.openxmlformats.org/drawingml/2006/main" w="9525">
            <a:solidFill>
              <a:srgbClr val="2B395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7BC0CE-175D-4456-873B-BA69AD4FE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6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4D063C-64BC-40D7-82AB-9D34AB4A1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BE8FF"/>
                </a:solidFill>
              </a:defRPr>
            </a:pPr>
            <a:r>
              <a:rPr sz="1575" b="0">
                <a:solidFill>
                  <a:srgbClr val="DBE8FF"/>
                </a:solidFill>
              </a:rPr>
              <a:t>• TAP、HOLD、密度などを見てから開始できます。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9CC276-ACC1-45B7-8695-7DCF277BE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BE8FF"/>
                </a:solidFill>
              </a:defRPr>
            </a:pPr>
            <a:r>
              <a:rPr sz="1575" b="0">
                <a:solidFill>
                  <a:srgbClr val="DBE8FF"/>
                </a:solidFill>
              </a:rPr>
              <a:t>• ENTER または SPACE でプレイ開始です。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B23813-565B-4A4B-9167-06CB49F94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BE8FF"/>
                </a:solidFill>
              </a:defRPr>
            </a:pPr>
            <a:r>
              <a:rPr sz="1575" b="0">
                <a:solidFill>
                  <a:srgbClr val="DBE8FF"/>
                </a:solidFill>
              </a:rPr>
              <a:t>• Rで譜面候補を再生成できます。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54E4D3-8758-4D67-945A-AA0EEE93A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BE8FF"/>
                </a:solidFill>
              </a:defRPr>
            </a:pPr>
            <a:r>
              <a:rPr sz="1575" b="0">
                <a:solidFill>
                  <a:srgbClr val="DBE8FF"/>
                </a:solidFill>
              </a:rPr>
              <a:t>• ランキングがある曲はLキーで記録を確認できます。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75c829d0fa4bae"/>
          <a:stretch xmlns:a="http://schemas.openxmlformats.org/drawingml/2006/main"/>
        </p:blipFill>
        <p:spPr>
          <a:xfrm xmlns:a="http://schemas.openxmlformats.org/drawingml/2006/main">
            <a:off x="5314950" y="1672233"/>
            <a:ext cx="6381750" cy="3589734"/>
          </a:xfrm>
          <a:prstGeom xmlns:a="http://schemas.openxmlformats.org/drawingml/2006/main" prst="roundRect">
            <a:avLst>
              <a:gd name="adj" fmla="val 1984"/>
            </a:avLst>
          </a:prstGeom>
        </p:spPr>
      </p:pic>
    </p:spTree>
    <p:extLst>
      <p:ext uri="{BB962C8B-B14F-4D97-AF65-F5344CB8AC3E}">
        <p14:creationId xmlns:p14="http://schemas.microsoft.com/office/powerpoint/2010/main" val="12191749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0D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F1B849-7716-44EC-8436-8C561DAFB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D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D34B1F-1354-4108-815A-82E985247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302928-E8BD-431D-95E6-3B9EDD26E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050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3F8FF"/>
                </a:solidFill>
              </a:defRPr>
            </a:pPr>
            <a:r>
              <a:rPr sz="2625" b="1">
                <a:solidFill>
                  <a:srgbClr val="F3F8FF"/>
                </a:solidFill>
              </a:rPr>
              <a:t>5つのキーでノーツを叩きます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DCDCED-2955-418F-A61C-B0D152ECC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717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2D9FF"/>
                </a:solidFill>
              </a:defRPr>
            </a:pPr>
            <a:r>
              <a:rPr sz="1275" b="0">
                <a:solidFill>
                  <a:srgbClr val="62D9FF"/>
                </a:solidFill>
              </a:rPr>
              <a:t>プレイ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8ADADE-B09A-45BB-9296-0F7C6ED4E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92D862-3895-4CC7-8A2A-0986A6726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F8AA3"/>
                </a:solidFill>
              </a:defRPr>
            </a:pPr>
            <a:r>
              <a:rPr sz="975" b="0">
                <a:solidFill>
                  <a:srgbClr val="7F8AA3"/>
                </a:solidFill>
              </a:rPr>
              <a:t>AutoBeat 5 操作説明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F4F2EA-4B48-486B-B9BA-0C33D6070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4495800" cy="4800600"/>
          </a:xfrm>
          <a:prstGeom xmlns:a="http://schemas.openxmlformats.org/drawingml/2006/main" prst="roundRect">
            <a:avLst>
              <a:gd name="adj" fmla="val 2542"/>
            </a:avLst>
          </a:prstGeom>
          <a:solidFill xmlns:a="http://schemas.openxmlformats.org/drawingml/2006/main">
            <a:srgbClr val="0F1728"/>
          </a:solidFill>
          <a:ln xmlns:a="http://schemas.openxmlformats.org/drawingml/2006/main" w="9525">
            <a:solidFill>
              <a:srgbClr val="2B395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63AD22-6B07-4078-9C36-A98846448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D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F16C7A-18B0-491E-96EA-690B186FE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BE8FF"/>
                </a:solidFill>
              </a:defRPr>
            </a:pPr>
            <a:r>
              <a:rPr sz="1575" b="0">
                <a:solidFill>
                  <a:srgbClr val="DBE8FF"/>
                </a:solidFill>
              </a:rPr>
              <a:t>• 左から D / F / SPACE / J / K が各レーンに対応します。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0E0A3D-EDB7-48AC-9F42-AFC5ACED8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BE8FF"/>
                </a:solidFill>
              </a:defRPr>
            </a:pPr>
            <a:r>
              <a:rPr sz="1575" b="0">
                <a:solidFill>
                  <a:srgbClr val="DBE8FF"/>
                </a:solidFill>
              </a:rPr>
              <a:t>• 判定ラインに重なった瞬間に押すと高評価です。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2C5BC9-33B7-411F-A253-5187A2DA8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BE8FF"/>
                </a:solidFill>
              </a:defRPr>
            </a:pPr>
            <a:r>
              <a:rPr sz="1575" b="0">
                <a:solidFill>
                  <a:srgbClr val="DBE8FF"/>
                </a:solidFill>
              </a:rPr>
              <a:t>• 長押しノーツは終点まで押し続けて離します。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FA87AC-89C6-4B84-852B-7C2E2D20B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BE8FF"/>
                </a:solidFill>
              </a:defRPr>
            </a:pPr>
            <a:r>
              <a:rPr sz="1575" b="0">
                <a:solidFill>
                  <a:srgbClr val="DBE8FF"/>
                </a:solidFill>
              </a:rPr>
              <a:t>• 左側にPERFECT、GREAT、GOOD、MISSの現在数が表示されます。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b74faa68dc49e3"/>
          <a:stretch xmlns:a="http://schemas.openxmlformats.org/drawingml/2006/main"/>
        </p:blipFill>
        <p:spPr>
          <a:xfrm xmlns:a="http://schemas.openxmlformats.org/drawingml/2006/main">
            <a:off x="5314950" y="1672233"/>
            <a:ext cx="6381750" cy="3589734"/>
          </a:xfrm>
          <a:prstGeom xmlns:a="http://schemas.openxmlformats.org/drawingml/2006/main" prst="roundRect">
            <a:avLst>
              <a:gd name="adj" fmla="val 1984"/>
            </a:avLst>
          </a:prstGeom>
        </p:spPr>
      </p:pic>
    </p:spTree>
    <p:extLst>
      <p:ext uri="{BB962C8B-B14F-4D97-AF65-F5344CB8AC3E}">
        <p14:creationId xmlns:p14="http://schemas.microsoft.com/office/powerpoint/2010/main" val="19193057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0D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09F235-0904-43E8-9E12-5821FA8E2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D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220356-35B3-48E7-BC79-8DCC8F1AC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A23D0D-F784-469C-ABD7-B3AEBAFB5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050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3F8FF"/>
                </a:solidFill>
              </a:defRPr>
            </a:pPr>
            <a:r>
              <a:rPr sz="2625" b="1">
                <a:solidFill>
                  <a:srgbClr val="F3F8FF"/>
                </a:solidFill>
              </a:rPr>
              <a:t>困ったら一時停止できます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3B6F3F-BF93-4CC2-B7F9-2F0C8D2FF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717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2D9FF"/>
                </a:solidFill>
              </a:defRPr>
            </a:pPr>
            <a:r>
              <a:rPr sz="1275" b="0">
                <a:solidFill>
                  <a:srgbClr val="62D9FF"/>
                </a:solidFill>
              </a:rPr>
              <a:t>ポーズ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CA8F4D-B63A-48E5-A321-D358A411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B69447-8748-4BE8-8AFE-867E7792B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F8AA3"/>
                </a:solidFill>
              </a:defRPr>
            </a:pPr>
            <a:r>
              <a:rPr sz="975" b="0">
                <a:solidFill>
                  <a:srgbClr val="7F8AA3"/>
                </a:solidFill>
              </a:rPr>
              <a:t>AutoBeat 5 操作説明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2E4C3F-08E0-402A-8BA2-6CF5F606B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4495800" cy="4800600"/>
          </a:xfrm>
          <a:prstGeom xmlns:a="http://schemas.openxmlformats.org/drawingml/2006/main" prst="roundRect">
            <a:avLst>
              <a:gd name="adj" fmla="val 2542"/>
            </a:avLst>
          </a:prstGeom>
          <a:solidFill xmlns:a="http://schemas.openxmlformats.org/drawingml/2006/main">
            <a:srgbClr val="0F1728"/>
          </a:solidFill>
          <a:ln xmlns:a="http://schemas.openxmlformats.org/drawingml/2006/main" w="9525">
            <a:solidFill>
              <a:srgbClr val="2B395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E400C9-A8C8-4F79-9486-677CB6C58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EE7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980FEE-C98A-4445-9820-233058D4B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BE8FF"/>
                </a:solidFill>
              </a:defRPr>
            </a:pPr>
            <a:r>
              <a:rPr sz="1575" b="0">
                <a:solidFill>
                  <a:srgbClr val="DBE8FF"/>
                </a:solidFill>
              </a:rPr>
              <a:t>• プレイ中にESCを押すと一時停止します。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158439-8422-45BB-9A91-21A37ED38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BE8FF"/>
                </a:solidFill>
              </a:defRPr>
            </a:pPr>
            <a:r>
              <a:rPr sz="1575" b="0">
                <a:solidFill>
                  <a:srgbClr val="DBE8FF"/>
                </a:solidFill>
              </a:rPr>
              <a:t>• もう一度ESCで再開します。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993028-1CB9-421F-B007-136408E13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BE8FF"/>
                </a:solidFill>
              </a:defRPr>
            </a:pPr>
            <a:r>
              <a:rPr sz="1575" b="0">
                <a:solidFill>
                  <a:srgbClr val="DBE8FF"/>
                </a:solidFill>
              </a:rPr>
              <a:t>• Rでリトライ、Qで曲選択へ戻ります。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BA045B-F71B-4E0C-B140-AA7FD9EFE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BE8FF"/>
                </a:solidFill>
              </a:defRPr>
            </a:pPr>
            <a:r>
              <a:rPr sz="1575" b="0">
                <a:solidFill>
                  <a:srgbClr val="DBE8FF"/>
                </a:solidFill>
              </a:rPr>
              <a:t>• 再開後も入力状態はリセットされ、すぐに叩けます。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0d9465898a4c27"/>
          <a:stretch xmlns:a="http://schemas.openxmlformats.org/drawingml/2006/main"/>
        </p:blipFill>
        <p:spPr>
          <a:xfrm xmlns:a="http://schemas.openxmlformats.org/drawingml/2006/main">
            <a:off x="5314950" y="1672233"/>
            <a:ext cx="6381750" cy="3589734"/>
          </a:xfrm>
          <a:prstGeom xmlns:a="http://schemas.openxmlformats.org/drawingml/2006/main" prst="roundRect">
            <a:avLst>
              <a:gd name="adj" fmla="val 1984"/>
            </a:avLst>
          </a:prstGeom>
        </p:spPr>
      </p:pic>
    </p:spTree>
    <p:extLst>
      <p:ext uri="{BB962C8B-B14F-4D97-AF65-F5344CB8AC3E}">
        <p14:creationId xmlns:p14="http://schemas.microsoft.com/office/powerpoint/2010/main" val="12268459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0D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FDDAE1-98E5-4F17-81E9-602ED218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D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0AF500-F980-465F-9E1A-4E3597E56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D54398-2C19-42F3-B968-72E38AA4E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050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3F8FF"/>
                </a:solidFill>
              </a:defRPr>
            </a:pPr>
            <a:r>
              <a:rPr sz="2625" b="1">
                <a:solidFill>
                  <a:srgbClr val="F3F8FF"/>
                </a:solidFill>
              </a:rPr>
              <a:t>設定は左右キーで変更します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AE89C4-7B14-4518-8962-C2D5CC6E8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717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2D9FF"/>
                </a:solidFill>
              </a:defRPr>
            </a:pPr>
            <a:r>
              <a:rPr sz="1275" b="0">
                <a:solidFill>
                  <a:srgbClr val="62D9FF"/>
                </a:solidFill>
              </a:rPr>
              <a:t>設定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6F84F1-D4E2-40CA-B355-131BC94A6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536C03-FFB5-4809-8711-321D3269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F8AA3"/>
                </a:solidFill>
              </a:defRPr>
            </a:pPr>
            <a:r>
              <a:rPr sz="975" b="0">
                <a:solidFill>
                  <a:srgbClr val="7F8AA3"/>
                </a:solidFill>
              </a:rPr>
              <a:t>AutoBeat 5 操作説明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84BC31-DFDE-4E8A-A904-876C22361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4495800" cy="4800600"/>
          </a:xfrm>
          <a:prstGeom xmlns:a="http://schemas.openxmlformats.org/drawingml/2006/main" prst="roundRect">
            <a:avLst>
              <a:gd name="adj" fmla="val 2542"/>
            </a:avLst>
          </a:prstGeom>
          <a:solidFill xmlns:a="http://schemas.openxmlformats.org/drawingml/2006/main">
            <a:srgbClr val="0F1728"/>
          </a:solidFill>
          <a:ln xmlns:a="http://schemas.openxmlformats.org/drawingml/2006/main" w="9525">
            <a:solidFill>
              <a:srgbClr val="2B395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4680F9-270F-4A9E-BC7C-D9DB70D70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63A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A29AF5-D2D2-48AB-98F7-F3CEBFCA4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BE8FF"/>
                </a:solidFill>
              </a:defRPr>
            </a:pPr>
            <a:r>
              <a:rPr sz="1575" b="0">
                <a:solidFill>
                  <a:srgbClr val="DBE8FF"/>
                </a:solidFill>
              </a:rPr>
              <a:t>• 上下キーで項目を選び、左右キーで値を変えます。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2F33A6-C0A3-4143-8F05-87ED1C531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BE8FF"/>
                </a:solidFill>
              </a:defRPr>
            </a:pPr>
            <a:r>
              <a:rPr sz="1575" b="0">
                <a:solidFill>
                  <a:srgbClr val="DBE8FF"/>
                </a:solidFill>
              </a:rPr>
              <a:t>• 選択肢がある項目には ◁▷ が表示されます。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EE49E5-1262-4A2D-A3A7-59C97CF96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BE8FF"/>
                </a:solidFill>
              </a:defRPr>
            </a:pPr>
            <a:r>
              <a:rPr sz="1575" b="0">
                <a:solidFill>
                  <a:srgbClr val="DBE8FF"/>
                </a:solidFill>
              </a:rPr>
              <a:t>• ノーツ速度、判定幅、タイミング補正を調整できます。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9D5CA1D-D30A-468F-B2C3-9F5BA2102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BE8FF"/>
                </a:solidFill>
              </a:defRPr>
            </a:pPr>
            <a:r>
              <a:rPr sz="1575" b="0">
                <a:solidFill>
                  <a:srgbClr val="DBE8FF"/>
                </a:solidFill>
              </a:rPr>
              <a:t>• マスコット演出と表示キャラはプレビューを見ながら選べます。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a79431f8b1428f"/>
          <a:stretch xmlns:a="http://schemas.openxmlformats.org/drawingml/2006/main"/>
        </p:blipFill>
        <p:spPr>
          <a:xfrm xmlns:a="http://schemas.openxmlformats.org/drawingml/2006/main">
            <a:off x="5314950" y="1672233"/>
            <a:ext cx="6381750" cy="3589734"/>
          </a:xfrm>
          <a:prstGeom xmlns:a="http://schemas.openxmlformats.org/drawingml/2006/main" prst="roundRect">
            <a:avLst>
              <a:gd name="adj" fmla="val 1984"/>
            </a:avLst>
          </a:prstGeom>
        </p:spPr>
      </p:pic>
    </p:spTree>
    <p:extLst>
      <p:ext uri="{BB962C8B-B14F-4D97-AF65-F5344CB8AC3E}">
        <p14:creationId xmlns:p14="http://schemas.microsoft.com/office/powerpoint/2010/main" val="209880231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0D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254C77-100F-4330-9652-FBACE437A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D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6FBF32-8964-4577-BDD2-009ECC98B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762091-DA43-423C-840F-73A49112B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050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3F8FF"/>
                </a:solidFill>
              </a:defRPr>
            </a:pPr>
            <a:r>
              <a:rPr sz="2625" b="1">
                <a:solidFill>
                  <a:srgbClr val="F3F8FF"/>
                </a:solidFill>
              </a:rPr>
              <a:t>判定ズレは測定できます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8947B3-3735-44FA-B43C-71F0976C3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717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2D9FF"/>
                </a:solidFill>
              </a:defRPr>
            </a:pPr>
            <a:r>
              <a:rPr sz="1275" b="0">
                <a:solidFill>
                  <a:srgbClr val="62D9FF"/>
                </a:solidFill>
              </a:rPr>
              <a:t>入力補正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2C3375-877D-48FE-BFC5-DE1364E9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18B734-8729-4A23-B4D7-E1D8A037F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F8AA3"/>
                </a:solidFill>
              </a:defRPr>
            </a:pPr>
            <a:r>
              <a:rPr sz="975" b="0">
                <a:solidFill>
                  <a:srgbClr val="7F8AA3"/>
                </a:solidFill>
              </a:rPr>
              <a:t>AutoBeat 5 操作説明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D4C103-4E0B-411D-A70E-C78CE556B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4495800" cy="4800600"/>
          </a:xfrm>
          <a:prstGeom xmlns:a="http://schemas.openxmlformats.org/drawingml/2006/main" prst="roundRect">
            <a:avLst>
              <a:gd name="adj" fmla="val 2542"/>
            </a:avLst>
          </a:prstGeom>
          <a:solidFill xmlns:a="http://schemas.openxmlformats.org/drawingml/2006/main">
            <a:srgbClr val="0F1728"/>
          </a:solidFill>
          <a:ln xmlns:a="http://schemas.openxmlformats.org/drawingml/2006/main" w="9525">
            <a:solidFill>
              <a:srgbClr val="2B395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DF7052-72E6-4063-A337-B0E282B4E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94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4FCE3C-9EB3-4A6D-9D58-97042A3EC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BE8FF"/>
                </a:solidFill>
              </a:defRPr>
            </a:pPr>
            <a:r>
              <a:rPr sz="1575" b="0">
                <a:solidFill>
                  <a:srgbClr val="DBE8FF"/>
                </a:solidFill>
              </a:rPr>
              <a:t>• 設定画面から入力タイミング測定を開きます。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A039B8-E2C3-4115-94BF-7A8403346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BE8FF"/>
                </a:solidFill>
              </a:defRPr>
            </a:pPr>
            <a:r>
              <a:rPr sz="1575" b="0">
                <a:solidFill>
                  <a:srgbClr val="DBE8FF"/>
                </a:solidFill>
              </a:rPr>
              <a:t>• クリック音に合わせてSPACEを押します。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4A2C0C-D890-4BAE-8C57-6206592D7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BE8FF"/>
                </a:solidFill>
              </a:defRPr>
            </a:pPr>
            <a:r>
              <a:rPr sz="1575" b="0">
                <a:solidFill>
                  <a:srgbClr val="DBE8FF"/>
                </a:solidFill>
              </a:rPr>
              <a:t>• 十分な回数を入力すると推奨Timing Offsetが表示されます。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DA155D-E5C7-438B-BA2C-E842A196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BE8FF"/>
                </a:solidFill>
              </a:defRPr>
            </a:pPr>
            <a:r>
              <a:rPr sz="1575" b="0">
                <a:solidFill>
                  <a:srgbClr val="DBE8FF"/>
                </a:solidFill>
              </a:rPr>
              <a:t>• AまたはENTERで推奨値を適用します。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7c3e12b39d4114"/>
          <a:stretch xmlns:a="http://schemas.openxmlformats.org/drawingml/2006/main"/>
        </p:blipFill>
        <p:spPr>
          <a:xfrm xmlns:a="http://schemas.openxmlformats.org/drawingml/2006/main">
            <a:off x="5314950" y="1672233"/>
            <a:ext cx="6381750" cy="3589734"/>
          </a:xfrm>
          <a:prstGeom xmlns:a="http://schemas.openxmlformats.org/drawingml/2006/main" prst="roundRect">
            <a:avLst>
              <a:gd name="adj" fmla="val 1984"/>
            </a:avLst>
          </a:prstGeom>
        </p:spPr>
      </p:pic>
    </p:spTree>
    <p:extLst>
      <p:ext uri="{BB962C8B-B14F-4D97-AF65-F5344CB8AC3E}">
        <p14:creationId xmlns:p14="http://schemas.microsoft.com/office/powerpoint/2010/main" val="13911106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0D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18474D-C76F-4E1C-AA3D-A4D6A85FB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D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81D21B-10A9-488F-8860-AFCDAA6F4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60D2C3-36A7-4C72-9D38-DAA0F7755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050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3F8FF"/>
                </a:solidFill>
              </a:defRPr>
            </a:pPr>
            <a:r>
              <a:rPr sz="2625" b="1">
                <a:solidFill>
                  <a:srgbClr val="F3F8FF"/>
                </a:solidFill>
              </a:rPr>
              <a:t>解放した画像はあとから見返せます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5A2169-BBD4-4849-9119-12E8AB2AF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717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2D9FF"/>
                </a:solidFill>
              </a:defRPr>
            </a:pPr>
            <a:r>
              <a:rPr sz="1275" b="0">
                <a:solidFill>
                  <a:srgbClr val="62D9FF"/>
                </a:solidFill>
              </a:rPr>
              <a:t>ギャラリー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ADE9FF-36B9-4D25-9AB8-08452FAA2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049D85-9F98-4828-BC09-FB86524B4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F8AA3"/>
                </a:solidFill>
              </a:defRPr>
            </a:pPr>
            <a:r>
              <a:rPr sz="975" b="0">
                <a:solidFill>
                  <a:srgbClr val="7F8AA3"/>
                </a:solidFill>
              </a:rPr>
              <a:t>AutoBeat 5 操作説明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68F9A3-AE0B-4F6C-883A-CC0B1EDBF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4495800" cy="4800600"/>
          </a:xfrm>
          <a:prstGeom xmlns:a="http://schemas.openxmlformats.org/drawingml/2006/main" prst="roundRect">
            <a:avLst>
              <a:gd name="adj" fmla="val 2542"/>
            </a:avLst>
          </a:prstGeom>
          <a:solidFill xmlns:a="http://schemas.openxmlformats.org/drawingml/2006/main">
            <a:srgbClr val="0F1728"/>
          </a:solidFill>
          <a:ln xmlns:a="http://schemas.openxmlformats.org/drawingml/2006/main" w="9525">
            <a:solidFill>
              <a:srgbClr val="2B395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D42704-D16B-487C-B8D9-BD53A837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B915D3-3AE7-4951-A4C8-1612BE53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BE8FF"/>
                </a:solidFill>
              </a:defRPr>
            </a:pPr>
            <a:r>
              <a:rPr sz="1575" b="0">
                <a:solidFill>
                  <a:srgbClr val="DBE8FF"/>
                </a:solidFill>
              </a:rPr>
              <a:t>• 曲をクリアして条件を満たすと画像が解放されます。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5DB7E4-EEA4-4FD5-AEA1-DFB886A8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BE8FF"/>
                </a:solidFill>
              </a:defRPr>
            </a:pPr>
            <a:r>
              <a:rPr sz="1575" b="0">
                <a:solidFill>
                  <a:srgbClr val="DBE8FF"/>
                </a:solidFill>
              </a:rPr>
              <a:t>• GALLERYで解放済み画像を一覧表示します。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F7EFCD-D061-4EEB-880E-2E29B423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BE8FF"/>
                </a:solidFill>
              </a:defRPr>
            </a:pPr>
            <a:r>
              <a:rPr sz="1575" b="0">
                <a:solidFill>
                  <a:srgbClr val="DBE8FF"/>
                </a:solidFill>
              </a:rPr>
              <a:t>• 画像を選ぶと拡大プレビューに移動します。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1EDF60-22B0-4558-8EB2-B73611F2B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BE8FF"/>
                </a:solidFill>
              </a:defRPr>
            </a:pPr>
            <a:r>
              <a:rPr sz="1575" b="0">
                <a:solidFill>
                  <a:srgbClr val="DBE8FF"/>
                </a:solidFill>
              </a:rPr>
              <a:t>• ESCで前の画面へ戻れます。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8f4c9132574367"/>
          <a:stretch xmlns:a="http://schemas.openxmlformats.org/drawingml/2006/main"/>
        </p:blipFill>
        <p:spPr>
          <a:xfrm xmlns:a="http://schemas.openxmlformats.org/drawingml/2006/main">
            <a:off x="5314950" y="1672233"/>
            <a:ext cx="6381750" cy="3589734"/>
          </a:xfrm>
          <a:prstGeom xmlns:a="http://schemas.openxmlformats.org/drawingml/2006/main" prst="roundRect">
            <a:avLst>
              <a:gd name="adj" fmla="val 1984"/>
            </a:avLst>
          </a:prstGeom>
        </p:spPr>
      </p:pic>
    </p:spTree>
    <p:extLst>
      <p:ext uri="{BB962C8B-B14F-4D97-AF65-F5344CB8AC3E}">
        <p14:creationId xmlns:p14="http://schemas.microsoft.com/office/powerpoint/2010/main" val="7893501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80D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18E173-3858-4EED-84B2-0902686E8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D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98A526-A505-4E65-951E-8CE5A42F7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2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E451E8-7C10-4988-86D9-142CC4957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90500"/>
            <a:ext cx="876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3F8FF"/>
                </a:solidFill>
              </a:defRPr>
            </a:pPr>
            <a:r>
              <a:rPr sz="2625" b="1">
                <a:solidFill>
                  <a:srgbClr val="F3F8FF"/>
                </a:solidFill>
              </a:rPr>
              <a:t>全画面でご褒美画像を確認します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4B4452-8785-4F9C-8AF8-DE2FD03F3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5717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75" b="0">
                <a:solidFill>
                  <a:srgbClr val="62D9FF"/>
                </a:solidFill>
              </a:defRPr>
            </a:pPr>
            <a:r>
              <a:rPr sz="1275" b="0">
                <a:solidFill>
                  <a:srgbClr val="62D9FF"/>
                </a:solidFill>
              </a:rPr>
              <a:t>プレビュー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50CC7A-F70A-4297-80A6-DFBAD1D1F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19850"/>
            <a:ext cx="11201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24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B28EE0-29CE-45B7-9C60-611C4A972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F8AA3"/>
                </a:solidFill>
              </a:defRPr>
            </a:pPr>
            <a:r>
              <a:rPr sz="975" b="0">
                <a:solidFill>
                  <a:srgbClr val="7F8AA3"/>
                </a:solidFill>
              </a:rPr>
              <a:t>AutoBeat 5 操作説明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37CAEA-9CA6-4AB6-AC29-E84E5513B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066800"/>
            <a:ext cx="4495800" cy="4800600"/>
          </a:xfrm>
          <a:prstGeom xmlns:a="http://schemas.openxmlformats.org/drawingml/2006/main" prst="roundRect">
            <a:avLst>
              <a:gd name="adj" fmla="val 2542"/>
            </a:avLst>
          </a:prstGeom>
          <a:solidFill xmlns:a="http://schemas.openxmlformats.org/drawingml/2006/main">
            <a:srgbClr val="0F1728"/>
          </a:solidFill>
          <a:ln xmlns:a="http://schemas.openxmlformats.org/drawingml/2006/main" w="9525">
            <a:solidFill>
              <a:srgbClr val="2B395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32823A-BAB4-4AC1-AF8F-FA1372290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C89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BBECB9-3655-471E-86DF-B51DE04E3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BE8FF"/>
                </a:solidFill>
              </a:defRPr>
            </a:pPr>
            <a:r>
              <a:rPr sz="1575" b="0">
                <a:solidFill>
                  <a:srgbClr val="DBE8FF"/>
                </a:solidFill>
              </a:rPr>
              <a:t>• クリア済み画像はいつでも再表示できます。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BB3A65-3B5D-4EAC-9E52-75B69A21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BE8FF"/>
                </a:solidFill>
              </a:defRPr>
            </a:pPr>
            <a:r>
              <a:rPr sz="1575" b="0">
                <a:solidFill>
                  <a:srgbClr val="DBE8FF"/>
                </a:solidFill>
              </a:rPr>
              <a:t>• プレビュー中はゲーム操作なしで画像を確認できます。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66EBAC-821B-4B4F-9F32-CC65A7C94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BE8FF"/>
                </a:solidFill>
              </a:defRPr>
            </a:pPr>
            <a:r>
              <a:rPr sz="1575" b="0">
                <a:solidFill>
                  <a:srgbClr val="DBE8FF"/>
                </a:solidFill>
              </a:rPr>
              <a:t>• 新しい画像や条件はrewardsフォルダ側で管理します。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E52915-CA72-4670-A364-6BF8E7C98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4191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BE8FF"/>
                </a:solidFill>
              </a:defRPr>
            </a:pPr>
            <a:r>
              <a:rPr sz="1575" b="0">
                <a:solidFill>
                  <a:srgbClr val="DBE8FF"/>
                </a:solidFill>
              </a:rPr>
              <a:t>• 配布版ではこの説明スライドもZIPに同梱されています。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aaf1c26b0640fe"/>
          <a:stretch xmlns:a="http://schemas.openxmlformats.org/drawingml/2006/main"/>
        </p:blipFill>
        <p:spPr>
          <a:xfrm xmlns:a="http://schemas.openxmlformats.org/drawingml/2006/main">
            <a:off x="5314950" y="1672233"/>
            <a:ext cx="6381750" cy="3589734"/>
          </a:xfrm>
          <a:prstGeom xmlns:a="http://schemas.openxmlformats.org/drawingml/2006/main" prst="roundRect">
            <a:avLst>
              <a:gd name="adj" fmla="val 1984"/>
            </a:avLst>
          </a:prstGeom>
        </p:spPr>
      </p:pic>
    </p:spTree>
    <p:extLst>
      <p:ext uri="{BB962C8B-B14F-4D97-AF65-F5344CB8AC3E}">
        <p14:creationId xmlns:p14="http://schemas.microsoft.com/office/powerpoint/2010/main" val="2832229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2026-08-24T15:20:55.1470000Z</dcterms:created>
  <dcterms:modified xsi:type="dcterms:W3CDTF">2026-08-24T15:20:55.1470000Z</dcterms:modified>
</coreProperties>
</file>